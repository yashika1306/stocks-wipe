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SWIPE RIGHT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STOCKS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Tinder-style investing, powered by ML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320040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FA690 · Creativity Olympics · May 5,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"/>
            <a:ext cx="2560320" cy="4389120"/>
          </a:xfrm>
          <a:prstGeom prst="roundRect">
            <a:avLst>
              <a:gd name="adj" fmla="val 6429"/>
            </a:avLst>
          </a:prstGeom>
          <a:solidFill>
            <a:srgbClr val="1C2230"/>
          </a:solidFill>
          <a:ln/>
          <a:effectLst>
            <a:outerShdw sx="100000" sy="100000" kx="0" ky="0" algn="bl" rotWithShape="0" blurRad="381000" dist="1016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658368"/>
            <a:ext cx="21031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658368"/>
            <a:ext cx="2103120" cy="3291840"/>
          </a:xfrm>
          <a:prstGeom prst="rect">
            <a:avLst/>
          </a:prstGeom>
          <a:solidFill>
            <a:srgbClr val="00D26A">
              <a:alpha val="15000"/>
            </a:srgbClr>
          </a:solidFill>
          <a:ln w="254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NVDA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NVIDIA Corporation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37960" y="2331720"/>
            <a:ext cx="182880" cy="-147711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184009"/>
            <a:ext cx="182880" cy="98474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282483"/>
            <a:ext cx="182880" cy="-196948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2085535"/>
            <a:ext cx="182880" cy="-98474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987062"/>
            <a:ext cx="182880" cy="49237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036298"/>
            <a:ext cx="182880" cy="-98474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1937825"/>
            <a:ext cx="182880" cy="-49237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888588"/>
            <a:ext cx="182880" cy="-49237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839351"/>
            <a:ext cx="182880" cy="-98474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740877"/>
            <a:ext cx="182880" cy="-49237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691640"/>
            <a:ext cx="182880" cy="98474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$134.22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2450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26A"/>
                </a:solidFill>
              </a:rPr>
              <a:t>+2.14%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2834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00D26A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82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3291840"/>
            <a:ext cx="2011680" cy="411480"/>
          </a:xfrm>
          <a:prstGeom prst="rect">
            <a:avLst/>
          </a:prstGeom>
          <a:solidFill>
            <a:srgbClr val="00D26A">
              <a:alpha val="80000"/>
            </a:srgbClr>
          </a:solidFill>
          <a:ln w="25400">
            <a:solidFill>
              <a:srgbClr val="00D2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BULLISH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46520" y="3950208"/>
            <a:ext cx="21031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4059936"/>
            <a:ext cx="658368" cy="73152"/>
          </a:xfrm>
          <a:prstGeom prst="roundRect">
            <a:avLst>
              <a:gd name="adj" fmla="val 50000"/>
            </a:avLst>
          </a:prstGeom>
          <a:solidFill>
            <a:srgbClr val="8B949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Overwhelming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5786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Stock research is complex, time-consuming, and inaccessible to most retail investors.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5176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😴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Boring UX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5786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Traditional brokerage apps are dry, jargon-heavy, and designed for professionals — not everyday users.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5176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5508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Personalization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82512" y="25786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Most platforms show the same stocks to everyone. There's no learning from individual behavior.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"Retail investors are underserved. We can fix that."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STOCKSWIPE?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investing app with Tinder-style stock discovery.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937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8379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Stock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AI-ranked cards with sparklines, composite score, and factor tags — all at a glance.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4937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328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2587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Swipe to Decide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Right = Bullish. Left = Pass. Up = Add to paper portfolio. Simple as that.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4937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826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3337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Learns You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584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Every swipe trains a personalized model. The more you swipe, the smarter your feed.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4937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325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5568" y="4087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Gamified Experience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334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Daily streaks, badges, leaderboards. Investing made fun and habit-forming.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1508760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1508760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Native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87184" y="1508760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7187184" y="1508760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FastAPI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1911096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2185D0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191109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TimescaleDB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87184" y="1911096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7187184" y="191109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FinBERT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313432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231F20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231343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Kafka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87184" y="2313432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DC382D"/>
          </a:solidFill>
          <a:ln/>
        </p:spPr>
      </p:sp>
      <p:sp>
        <p:nvSpPr>
          <p:cNvPr id="33" name="Text 31"/>
          <p:cNvSpPr/>
          <p:nvPr/>
        </p:nvSpPr>
        <p:spPr>
          <a:xfrm>
            <a:off x="7187184" y="231343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Redis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2715768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9B59B6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2715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Thompson Sampling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87184" y="2715768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00B050"/>
          </a:solidFill>
          <a:ln/>
        </p:spPr>
      </p:sp>
      <p:sp>
        <p:nvSpPr>
          <p:cNvPr id="37" name="Text 35"/>
          <p:cNvSpPr/>
          <p:nvPr/>
        </p:nvSpPr>
        <p:spPr>
          <a:xfrm>
            <a:off x="7187184" y="2715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Polygon.io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3118104"/>
            <a:ext cx="1353312" cy="329184"/>
          </a:xfrm>
          <a:prstGeom prst="roundRect">
            <a:avLst>
              <a:gd name="adj" fmla="val 27778"/>
            </a:avLst>
          </a:prstGeom>
          <a:solidFill>
            <a:srgbClr val="000020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118104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⚠️  Paper trading only — no real money. Regulatory framing: financial education &amp; entertainment.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USE GENERATIVE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7008" y="1207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FinBERT NLP Sentiment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ProsusAI/FinBERT processes 7 days of news headlines, earnings call transcripts, and Reddit/StockTwits posts — producing a rolling sentiment score [-1, +1] per ticker per 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91440" cy="169164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04688" y="1207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Claude-Assisted 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Claude (Anthropic) was used throughout development for code generation, architecture design, schema writing, and documentation — accelerating the entire build cycle.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99232"/>
            <a:ext cx="91440" cy="1691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07008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Factor Tag Generation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958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ML-generated factor tags like 'Strong momentum', 'Cheap vs peers', and 'Analyst upgrades' are produced by combining quantitative signals with language generation for human readability.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99232"/>
            <a:ext cx="91440" cy="1691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04688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Personalized Feed Ranking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2958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Thompson sampling bandit model dynamically learns user preferences and generates a personalized ranked queue — effectively a generative recommendation system.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2185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11680" cy="365760"/>
          </a:xfrm>
          <a:prstGeom prst="rect">
            <a:avLst/>
          </a:prstGeom>
          <a:solidFill>
            <a:srgbClr val="2185D0"/>
          </a:solidFill>
          <a:ln w="12700">
            <a:solidFill>
              <a:srgbClr val="218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Polygon OHLCV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Simfin Fundamentals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NewsAPI + Reddit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2240280"/>
            <a:ext cx="502920" cy="0"/>
          </a:xfrm>
          <a:prstGeom prst="line">
            <a:avLst/>
          </a:prstGeom>
          <a:noFill/>
          <a:ln w="25400">
            <a:solidFill>
              <a:srgbClr val="2185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85D0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97280"/>
            <a:ext cx="2011680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Factor Signals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1572768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Momentum (RSI, MACD)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Value (P/E, EV/EBITDA)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FinBERT Sentiment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240280"/>
            <a:ext cx="50292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2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97280"/>
            <a:ext cx="2011680" cy="36576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Composite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1572768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Z-score cross-sectional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Linear blend [0–100]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50 + 25·tanh(raw)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240280"/>
            <a:ext cx="502920" cy="0"/>
          </a:xfrm>
          <a:prstGeom prst="line">
            <a:avLst/>
          </a:prstGeom>
          <a:noFill/>
          <a:ln w="25400">
            <a:solidFill>
              <a:srgbClr val="00D2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26A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201168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Personalization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13448" y="1572768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Thompson Sampling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Bandit weight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50+ swipes to activate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11880"/>
            <a:ext cx="850392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</a:rPr>
              <a:t>REINFORCEMENT FEEDBACK LOOP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096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6A"/>
                </a:solidFill>
              </a:rPr>
              <a:t>Reward Signal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325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30-day forward return vs SPY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4096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Hesitation Signal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06040" y="4325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&lt; 500ms = strong conviction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096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Update Rule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325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Thompson Sampling (weekly)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4096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</a:rPr>
              <a:t>Cold Start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4325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Global weights → personalize at 50 swipes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51560"/>
            <a:ext cx="2194560" cy="3566160"/>
          </a:xfrm>
          <a:prstGeom prst="roundRect">
            <a:avLst>
              <a:gd name="adj" fmla="val 6250"/>
            </a:avLst>
          </a:prstGeom>
          <a:solidFill>
            <a:srgbClr val="1C2230"/>
          </a:solidFill>
          <a:ln/>
          <a:effectLst>
            <a:outerShdw sx="100000" sy="100000" kx="0" ky="0" algn="bl" rotWithShape="0" blurRad="1905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325880"/>
            <a:ext cx="1883664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325880"/>
            <a:ext cx="1883664" cy="34747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258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Swipe Screen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10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Ranked stock card stack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22677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Sparkline price chart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27249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24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Composite score badge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1821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82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Factor tags (≤3)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36393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639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Swipe gesture physics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1051560"/>
            <a:ext cx="2194560" cy="3566160"/>
          </a:xfrm>
          <a:prstGeom prst="roundRect">
            <a:avLst>
              <a:gd name="adj" fmla="val 6250"/>
            </a:avLst>
          </a:prstGeom>
          <a:solidFill>
            <a:srgbClr val="1C2230"/>
          </a:solidFill>
          <a:ln/>
          <a:effectLst>
            <a:outerShdw sx="100000" sy="100000" kx="0" ky="0" algn="bl" rotWithShape="0" blurRad="1905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3048" y="1325880"/>
            <a:ext cx="1883664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3048" y="1325880"/>
            <a:ext cx="1883664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13258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Portfolio Screen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86200" y="18105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810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Paper positions tracker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86200" y="22677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Total return vs SPY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86200" y="27249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2724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Best call / Worst call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86200" y="31821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3182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Hit rate analytics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86200" y="36393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639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Simulated P&amp;L chart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37960" y="1051560"/>
            <a:ext cx="2194560" cy="3566160"/>
          </a:xfrm>
          <a:prstGeom prst="roundRect">
            <a:avLst>
              <a:gd name="adj" fmla="val 6250"/>
            </a:avLst>
          </a:prstGeom>
          <a:solidFill>
            <a:srgbClr val="1C2230"/>
          </a:solidFill>
          <a:ln/>
          <a:effectLst>
            <a:outerShdw sx="100000" sy="100000" kx="0" ky="0" algn="bl" rotWithShape="0" blurRad="1905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93408" y="1325880"/>
            <a:ext cx="1883664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93408" y="1325880"/>
            <a:ext cx="1883664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13258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Leaderboard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18105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1810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Opt-in weekly rankings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66560" y="22677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Portfolio return 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27249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2724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Weekly reset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31821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3182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Daily streak flame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66560" y="3639312"/>
            <a:ext cx="17373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3639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▸  Achievement badges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SWIPE MECHANICS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0" y="46177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0D26A">
              <a:alpha val="7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RIGHT →  BULLISH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6177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F4757">
              <a:alpha val="7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← LEFT  PASS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49440" y="46177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88E5">
              <a:alpha val="7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UP  PORTFOLIO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GAMIFICATION &amp; KPIs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ACHIEVEMENTS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472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Daily Streak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746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Swipe 5+ cards/day — flame icon + 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07008" y="2249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Sector Explorer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Swipe stocks from 5+ different sectors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07008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Bull's Eye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Right-swipe beats market by &gt;10% in 30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07008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Contrarian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Left-swipe a high-score stock that then drops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TARGET KPIs (6 MONTHS)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417320"/>
            <a:ext cx="39776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417320"/>
            <a:ext cx="73152" cy="54864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DAU/MAU Ratio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1417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26A"/>
                </a:solidFill>
              </a:rPr>
              <a:t>&gt; 0.35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075688"/>
            <a:ext cx="3977640" cy="548640"/>
          </a:xfrm>
          <a:prstGeom prst="rect">
            <a:avLst/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075688"/>
            <a:ext cx="73152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075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Swipes/Session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20756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&gt; 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2734056"/>
            <a:ext cx="39776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734056"/>
            <a:ext cx="73152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7340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D7 Retention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273405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8E5"/>
                </a:solidFill>
              </a:rPr>
              <a:t>&gt; 40%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3392424"/>
            <a:ext cx="3977640" cy="548640"/>
          </a:xfrm>
          <a:prstGeom prst="rect">
            <a:avLst/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392424"/>
            <a:ext cx="73152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3924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Hit Rate vs SPY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98080" y="33924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&gt; 52%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46320" y="4050792"/>
            <a:ext cx="39776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4050792"/>
            <a:ext cx="73152" cy="548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4050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Model Spearman 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8080" y="40507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&gt; 0.15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7899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70432" y="11704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Brokerage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5179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Alpaca paper trading API integration for live (simulated) execution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6771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70432" y="2359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Options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70662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Options chain mini-view on swipe-up — for power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56432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45643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70432" y="3547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Social Swiping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89534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See what friends are swiping — with full privacy controls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078992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107899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🎴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13832" y="11704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Themed Decks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3832" y="15179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'AI stocks this week' · 'Dividend payers' · 'Earnings plays'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67712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26771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13832" y="2359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Earnings Alerts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3832" y="270662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Notify when a right-swiped stock has upcoming earnings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456432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345643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13832" y="3547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Voice Mode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389534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'Tell me about this stock' on card hold — LLM-powered explanation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SWIPE RIGHT ON YOUR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949E"/>
                </a:solidFill>
              </a:rPr>
              <a:t>ML-powered · Personalized · Gamified · Built with Claude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401568"/>
            <a:ext cx="2743200" cy="36576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26A"/>
                </a:solidFill>
              </a:rPr>
              <a:t>🌐  stocks-wipe.vercel.app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github.com/Yashika1306/stocks-wipe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446227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3178C6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</a:rPr>
              <a:t>TypeScript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446227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3776AB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</a:rPr>
              <a:t>Python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446227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61DA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</a:rPr>
              <a:t>React Native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StockSwipe</dc:title>
  <dc:subject>PptxGenJS Presentation</dc:subject>
  <dc:creator>PptxGenJS</dc:creator>
  <cp:lastModifiedBy>PptxGenJS</cp:lastModifiedBy>
  <cp:revision>1</cp:revision>
  <dcterms:created xsi:type="dcterms:W3CDTF">2026-05-03T21:59:18Z</dcterms:created>
  <dcterms:modified xsi:type="dcterms:W3CDTF">2026-05-03T21:59:18Z</dcterms:modified>
</cp:coreProperties>
</file>